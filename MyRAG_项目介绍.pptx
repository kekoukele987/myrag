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MyRAG — 从零构建 RAG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LangChain × DeepSeek × RAG 技术学习项目全面解析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覆盖 7 大模块 · 30+ 代码示例 · 从入门到进阶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2026 · MyRAG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📖 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  基础入门 — 大模型调用与 RAG 初探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  文档 QA 系统 — 从文档到问答的完整链路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03  模型 I/O — Prompt、模型、输出解析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04  提示模板（上）— PromptTemplate 与 Few-Shot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05  提示模板（下）— Chain of Thought 思维链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06  调用模型 — 云端 API 与本地模型</a:t>
            </a:r>
          </a:p>
          <a:p>
            <a:pPr>
              <a:spcAft>
                <a:spcPts val="800"/>
              </a:spcAft>
              <a:defRPr sz="20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07  解析输出 — 结构化输出解析器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🔭 项目概览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目标：系统化学习 RAG（检索增强生成）技术栈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核心框架：LangChain（1.x）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大模型：DeepSeek Chat API（兼容 OpenAI 格式）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向量模型：BAAI/bge-small-zh-v1.5（本地嵌入）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本地推理：Ollama（Qwen 等模型）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知识库：本地文档（PDF / Word / TXT）</a:t>
            </a:r>
          </a:p>
          <a:p>
            <a:pPr>
              <a:spcAft>
                <a:spcPts val="800"/>
              </a:spcAft>
              <a:defRPr sz="18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Web 框架：Flask（文档 QA 系统界面）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39260" y="2560320"/>
            <a:ext cx="347535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01 / 基础入门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从最简调用到 RAG 链路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/ 基础入门 — 文件详解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01_简单文本生成.py    — 最简 LLM 调用（DeepSeek Chat，invoke 单条文本）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02_看图说话.py        — 多模态：BLIP 图片描述 + LLM 文案生成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02_ChatModel.py       — 原生 OpenAI SDK 调用 Chat 模型（messages 格式）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03_TextLangChain_v0.2 — LangChain 链式调用（prompt → model → output）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04_ChatLongChain.py   — SystemMessage + HumanMessage 多角色对话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lang.py               — LangChain 完整封装：BGE 向量化 + Chroma 检索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rag.py                — LlamaIndex RAG：自定义 DeepSeek LLM 包装类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设定.txt              — 《黑神话：悟空》背景知识（测试用文档）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/ 核心知识点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LLM 调用的三种方式：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原生 OpenAI SDK — client.chat.completions.create()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LangChain ChatOpenAI — llm.invoke(prompt)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LlamaIndex — 自定义 LLM 包装类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多模态理解：BLIP（图片转描述）+ LLM（描述转文案）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LangChain 核心模块：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HuggingFaceEmbeddings — 本地向量化（BGE）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Chroma — 本地向量数据库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RecursiveCharacterTextSplitter — 文档切分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LCEL — LangChain Expression Language 链式调用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RAG 核心：检索 + 生成（本地检索 → 云端生成）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/ 运行效果展示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01_简单文本生成.py：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输入 → "请给我写一句清明节的中文宣传语"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输出 → 模型生成的宣传文案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lang.py（RAG 链路）：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查询 → "bge模型和deepseek api分别承担什么作用？"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本地检索 → BGE 匹配到最相关文档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生成回答 → DeepSeek 结合检索结果生成答案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▸ 02_看图说话.py：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输入 → 图片 URL（Pexels 免费图库）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BLIP 生成英文描述 → DeepSeek 生成中文推广文案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02 / 文档 QA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RAG 完整链路的 Web 实现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/ 文档 QA 系统 — 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RAG 完整链路（DocQA_v0.1.py）：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① Load（加载） → 支持 PDF / DOCX / TXT 格式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② Split（切分） → RecursiveCharacterTextSplitter（chunk_size=500）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③ Store（存储） → FastEmbed（BGE）→ Chroma 向量数据库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④ Retrieval（检索） → 语义相似度匹配 Top-4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⑤ Augment（增强） → Prompt 拼接（上下文 + 问题）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⑥ Generation（生成） → DeepSeek Chat API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⑦ Output（输出） → Web 界面（Flask + HTML 模板）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知识库：OneFlower/ 目录下的花语大全、员工手册、运营指南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/ 核心知识点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Document Loaders：PyPDFLoader / Docx2txtLoader / TextLoader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FastEmbedEmbeddings：无需联网下载模型，本地快速嵌入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Chroma 向量数据库：本地持久化存储，支持相似度检索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DeepSeek Chat：作为生成模型，temperature=0 保证确定性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Flask Web 界面：提供用户友好的问答交互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异常处理：加载失败时跳过，保证系统鲁棒性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03 / 模型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Prompt → LLM → Output 的多种形态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/ 模型 I/O — 文件详解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01_模型IO.py           — PromptTemplate + ChatOpenAI 单次调用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02_模型IO_循环调用.py   — 循环调用批量生成（玫瑰/百合/康乃馨）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03_OpenAI_IO.py        — 原生 OpenAI SDK 实现（不用 LangChain）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04_模型IO_HuggingFace  — 替换 HuggingFace 为 DeepSeek（同 01 结构）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05_模型IO_输出解析.py   — JsonOutputParser 结构化输出 + CSV 保存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/ 四种调用方式对比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┌─────────────────┬──────────────────┬──────────────────┐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    文件         │   调用方式        │   输出类型 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├─────────────────┼──────────────────┼──────────────────┤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01_模型IO        │ ChatOpenAI.invoke │ 纯文本 str 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02_循环调用      │ for 循环 + invoke │ 批量纯文本 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03_OpenAI_IO     │ OpenAI SDK       │ 纯文本 str 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05_输出解析      │ + JsonOutputParser│ 结构化 dict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└─────────────────┴──────────────────┴──────────────────┘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05 引入 JsonOutputParser：要求 LLM 按 JSON 格式返回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解析后存入 DataFrame → 保存为 CSV（flowers_with_descriptions.csv）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/ 核心知识点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PromptTemplate：模板字符串 + format() 填充变量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ChatOpenAI vs OpenAI SDK：封装层 vs 原生层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循环调用：批量场景下的模型调用模式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JsonOutputParser：prompt 中注入 JSON Schema 约束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输出持久化：结构化数据 → DataFrame → 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04 / 提示模板（上）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Prompt 工程的三种基础模板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/ 提示模板（上）— 文件详解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00_ImportTemplates.py     — 演示各种 PromptTemplate 的导入方式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01_PromptTemplate.py      — 两种创建方式：from_template / 直接构造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02_ChatPromptTemplate.py  — SystemMessage + HumanMessage 多角色模板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03_FewShotPrompt.py       — 少样本提示 + 语义相似度示例选择器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/ FewShotPrompt 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示例数据（samples）：玫瑰→爱情、康乃馨→母亲节、百合→庆祝、向日葵→鼓励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两种提供示例的方式：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方式一：直接指定 examples= 列表，所有示例拼入 prompt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方式二：SemanticSimilarityExampleSelector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 基于语义相似度自动选择最相关的 K 个示例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 使用 BGE 向量模型 + Chroma 向量库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效果：输入"野玫瑰" → 自动匹配"玫瑰"示例，生成更精准的文案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LangChain 版本迁移：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langchain.prompts → langchain_core.prompts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OpenAIEmbeddings → FastEmbedEmbeddings（本地 BGE）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Qdrant → Chroma（轻量本地向量库）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05 / 提示模板（下）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Chain of Thought 思维链推理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/ Chain of Thought 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CoT（思维链）核心思想：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让 LLM 在给出最终答案之前，先展示推理过程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模仿人类"一步步思考"的方式，提升推理准确性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本示例的 CoT 模板结构：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SystemMessage（角色设定）：花店电商 AI 助手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SystemMessage（CoT 规则）：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  先理解需求 → 考虑鲜花涵义 → 给出推荐 → 解释原因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HumanMessage：用户输入（如"女朋友喜欢粉色和紫色"）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结合 Few-Shot 学习：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CoT 模板中嵌入两个示例（象征爱情→红玫瑰，独特花朵→兰花）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每个示例展示完整的推理步骤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参数设置：temperature=0（确定性输出，适合推理场景）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06 / 调用模型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云端 API 与本地模型多种调用方式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/ 文件详解与对比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01_HugggingFace_Llama.py       — 原调用 Llama-2 本地模型，现改为 DeepSeek API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02_LangChain_HFHub.py          — LCEL 链式调用（prompt | llm | parser）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04_LangChain_CustomizeModel.py — 两种调用本地模型的方式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/ 自定义模型调用详解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方式一：ChatOllama（推荐）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直接使用 langchain_ollama.ChatOllama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配置 model_name / temperature / base_url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适合快速集成 Ollama 管理的本地模型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方式二：自定义 CustomLLM 类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继承 langchain_core.language_models.llms.LLM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实现 _call() 抽象方法 → 统一 invoke() 接口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适合需要替换 LLM 后端的生产场景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重构对比（llama_cpp → Ollama）：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模型加载：硬编码 GGUF 文件 → Ollama 管理模型生命周期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平台兼容：Linux only → 跨平台（Win/Mac/Linux）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· 模型切换：改路径 → 改一行模型名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86000"/>
            <a:ext cx="39319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📁 07 / 解析输出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从非结构化文本到结构化数据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/ 文件详解与对比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01_Pydantic_Parser.py   — PydanticOutputParser：基于 Pydantic 模型的 JSON 解析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02_OutputFixParser.py    — OutputFixingParser：用 LLM 自动修复格式错误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/ 三种输出解析器对比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┌────────────────────┬──────────────────┬──────────────────────┐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    解析器          │   输入格式        │   特性           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├────────────────────┼──────────────────┼──────────────────────┤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JsonOutputParser   │ 任意文本          │ 提取 JSON → dict  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PydanticParser     │ 合法 JSON         │ 类型校验 + 字段描述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│ OutputFixingParser │ 不合法 JSON       │ 自动修复 + 类型校验  │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└────────────────────┴──────────────────┴──────────────────────┘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OutputFixingParser 工作原理：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① 先用 PydanticOutputParser 尝试解析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② 解析失败 → 将错误信息 + 错误输出发给 LLM 修正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③ LLM 返回修正版 → 重新解析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④ 本质：用一次额外 LLM 调用换取解析健壮性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🛠️ 技术栈总结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LangChain 1.x — 核心框架（prompt / model / chain / output_parser）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DeepSeek Chat API — 云端大模型（兼容 OpenAI 格式）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BAAI/bge-small-zh-v1.5 — 中文语义向量模型（本地嵌入）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Chroma — 本地向量数据库（持久化存储）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Ollama — 本地模型运行框架（Qwen / Llama 等）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FastEmbed — 轻量嵌入库（无需手动下载模型文件）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BLIP — 图片描述生成（多模态理解）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Flask — Web 服务框架（文档 QA 系统界面）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Pydantic — 数据模型定义与校验（结构化输出）</a:t>
            </a:r>
          </a:p>
          <a:p>
            <a:pPr>
              <a:spcAft>
                <a:spcPts val="800"/>
              </a:spcAft>
              <a:defRPr sz="17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✦ LlamaIndex — 替代 RAG 框架（rag.py 中对比使用）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 推荐学习路线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36576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第一阶段：基础入门（01/）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大模型调用基础 → Chat 模型 → LangChain 链式调用 → RAG 初体验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第二阶段：文档 QA 系统（02/）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完整 RAG 链路：加载 → 切分 → 向量化 → 存储 → 检索 → 生成 → 展示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第三阶段：模型 I/O（03/）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PromptTemplate → 循环调用 → OpenAI SDK → 输出解析 → 持久化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第四阶段：提示工程（04/ 05/）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PromptTemplate → ChatPromptTemplate → Few-Shot → CoT 思维链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第五阶段：模型调用进阶（06/）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云端 API → LCEL 链式调用 → 本地模型 → 自定义 LLM 封装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第六阶段：输出解析（07/）</a:t>
            </a:r>
          </a:p>
          <a:p>
            <a:pPr>
              <a:spcAft>
                <a:spcPts val="800"/>
              </a:spcAft>
              <a:defRPr sz="160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   JsonOutputParser → PydanticOutputParser → OutputFixingParser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Thank You！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MyRAG — 从零构建 RAG 系统学习项目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微软雅黑" panose="020B0503020204020204" charset="-122"/>
              </a:defRPr>
            </a:pPr>
            <a:r>
              <a:t>https://github.com/kekoukele987/myrag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6492</Words>
  <Application>WPS 演示</Application>
  <PresentationFormat>On-screen Show (4:3)</PresentationFormat>
  <Paragraphs>277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零纪年〃微蓝一抹淡笑</cp:lastModifiedBy>
  <cp:revision>2</cp:revision>
  <dcterms:created xsi:type="dcterms:W3CDTF">2013-01-27T09:14:00Z</dcterms:created>
  <dcterms:modified xsi:type="dcterms:W3CDTF">2026-07-05T07:00:01Z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8FD989C6BF594C09B01A6121946452C6_12</vt:lpwstr>
  </property>
  <property fmtid="{D5CDD505-2E9C-101B-9397-08002B2CF9AE}" pid="3" name="KSOProductBuildVer">
    <vt:lpwstr>2052-12.1.0.26895</vt:lpwstr>
  </property>
</Properties>
</file>